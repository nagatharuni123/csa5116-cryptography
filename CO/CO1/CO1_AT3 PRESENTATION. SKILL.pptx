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75" r:id="rId5"/>
    <p:sldId id="258" r:id="rId7"/>
    <p:sldId id="27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73" y="67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665" y="4886325"/>
            <a:ext cx="3696335" cy="146939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Y.Naga Tharuni -192372338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</a:pP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5116-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</a:t>
            </a:r>
            <a:endParaRPr lang="en-US" altLang="en-US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DR.E.Anbalagan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334770" y="1871980"/>
            <a:ext cx="9508490" cy="4281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 is a classical symmetric encryption algorithm.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matrix multiplication to encrypt and decrypt messages.Encrypts blocks of letters instead of one letter at a time.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 is a polygraphic substitution cipher.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key matrix and linear algebra for encryption.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letters are converted into numbers (A=0, B=1, ..., Z=25).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is performed modulo 26.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Hill Cipher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492250" y="1552575"/>
            <a:ext cx="8700135" cy="5122545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 invertible key matrix.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plaintext into numerical values.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plaintext into equal-sized blocks.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each block by the key matrix.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result modulo 26.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numbers back into letters to obtain ciphertext.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 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           C=K×P(mod26)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Ciphertext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Key Matrix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Plaintext Vector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30" y="2032635"/>
            <a:ext cx="5253990" cy="3849370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                                                                     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multiple letters at once.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Caesar and Playfair ciphers.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mathematical matrix operations.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implement.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 algn="just">
              <a:lnSpc>
                <a:spcPct val="120000"/>
              </a:lnSpc>
              <a:spcBef>
                <a:spcPts val="600"/>
              </a:spcBef>
              <a:buNone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6095365" y="2032635"/>
            <a:ext cx="5271770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Disadvantages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Requires an invertible key matrix.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Vulnerable to known-plaintext attacks.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Error in one character affects the entire block.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 suitable for modern high-security applications.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 algn="just">
              <a:lnSpc>
                <a:spcPct val="120000"/>
              </a:lnSpc>
              <a:spcBef>
                <a:spcPts val="600"/>
              </a:spcBef>
              <a:buNone/>
            </a:pP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0" y="351790"/>
            <a:ext cx="11188065" cy="1261110"/>
          </a:xfrm>
        </p:spPr>
        <p:txBody>
          <a:bodyPr>
            <a:normAutofit/>
          </a:bodyPr>
          <a:lstStyle/>
          <a:p>
            <a:pPr indent="269875">
              <a:lnSpc>
                <a:spcPct val="120000"/>
              </a:lnSpc>
              <a:spcBef>
                <a:spcPts val="600"/>
              </a:spcBef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Conclusion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8" y="2232740"/>
            <a:ext cx="12034344" cy="452570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05805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0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9960" y="1884045"/>
            <a:ext cx="10086975" cy="415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learn the fundamentals of classical cryptography.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matrix-based encryption and linear algebra concepts.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educational purposes and cryptography experiments.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an important historical encryption technique.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not secure for modern applications, it remains valuable for understanding the evolution of cryptographic algorithms.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1737</Words>
  <Application>WPS Presentation</Application>
  <PresentationFormat>Widescreen</PresentationFormat>
  <Paragraphs>63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Wingdings</vt:lpstr>
      <vt:lpstr>Microsoft YaHei</vt:lpstr>
      <vt:lpstr>Arial Unicode MS</vt:lpstr>
      <vt:lpstr>Calibri</vt:lpstr>
      <vt:lpstr>Aptos</vt:lpstr>
      <vt:lpstr>Segoe UI</vt:lpstr>
      <vt:lpstr>Office Theme</vt:lpstr>
      <vt:lpstr>Hill Cipher</vt:lpstr>
      <vt:lpstr>Introduction</vt:lpstr>
      <vt:lpstr>Implementation of Hill Cipher</vt:lpstr>
      <vt:lpstr>Advantages and Disadvantages</vt:lpstr>
      <vt:lpstr>Applications &amp; Conclusion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Naga Tharuni</cp:lastModifiedBy>
  <cp:revision>39</cp:revision>
  <dcterms:created xsi:type="dcterms:W3CDTF">2013-01-27T09:14:00Z</dcterms:created>
  <dcterms:modified xsi:type="dcterms:W3CDTF">2026-07-20T05:47:58Z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2057-12.2.0.23203</vt:lpwstr>
  </property>
  <property fmtid="{D5CDD505-2E9C-101B-9397-08002B2CF9AE}" pid="3" name="ICV">
    <vt:lpwstr>8699A90DF8FD4176995226C5419AA973_13</vt:lpwstr>
  </property>
</Properties>
</file>